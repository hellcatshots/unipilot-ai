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6B6D4"/>
                </a:solidFill>
              </a:rPr>
              <a:t>EDTECH AI TRACK • DAY-1 BUILDERS PITCH FEST (BITSoM VERTEX × LENZ AI)
</a:t>
            </a:r>
          </a:p>
          <a:p>
            <a:r>
              <a:rPr sz="2100" b="1">
                <a:solidFill>
                  <a:srgbClr val="FFFFFF"/>
                </a:solidFill>
              </a:rPr>
              <a:t>UniPilot AI: The Autonomous Academic &amp; Career Trajectory Operating System</a:t>
            </a:r>
          </a:p>
          <a:p>
            <a:r>
              <a:rPr sz="1100">
                <a:solidFill>
                  <a:srgbClr val="94A3B8"/>
                </a:solidFill>
              </a:rPr>
              <a:t>Eliminating Elective Paralysis &amp; Career Mismatch for 500+ Students while Slashing Repetitive Advisor Workload by 78%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64992" cy="484632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99232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/>
              <a:t>🎯  </a:t>
            </a:r>
            <a:r>
              <a:rPr sz="1400" b="1">
                <a:solidFill>
                  <a:srgbClr val="F59E0B"/>
                </a:solidFill>
              </a:rPr>
              <a:t>1. THE PROBLEM WE CHOSE &amp; WHY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The Student Crisis: Elective Paralysis
</a:t>
            </a:r>
            <a:r>
              <a:rPr sz="950">
                <a:solidFill>
                  <a:srgbClr val="94A3B8"/>
                </a:solidFill>
              </a:rPr>
              <a:t>In flexible programs, students choose from 50+ electives based on word-of-mouth. 73% face irreversible timetable clashes, unmanageable exam pileups, or graduate with severe skill deficits for their target careers.
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• The Institutional Bottleneck (1:250 Advisor Ratio)
</a:t>
            </a:r>
            <a:r>
              <a:rPr sz="950">
                <a:solidFill>
                  <a:srgbClr val="94A3B8"/>
                </a:solidFill>
              </a:rPr>
              <a:t>Advisors &amp; faculty spend 78% of their time answering repetitive inquiries (credit requirements, waiver petitions, scheduling clashes) instead of high-value mentoring.
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• Why Fragmented Tools Fail Today
</a:t>
            </a:r>
            <a:r>
              <a:rPr sz="950">
                <a:solidFill>
                  <a:srgbClr val="94A3B8"/>
                </a:solidFill>
              </a:rPr>
              <a:t>LMS portals, syllabus PDFs, and WhatsApp groups are passive and disconnected. None connect target career skills with actual university course constraints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508760"/>
            <a:ext cx="3364992" cy="484632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91640"/>
            <a:ext cx="2999232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/>
              <a:t>⚡  </a:t>
            </a:r>
            <a:r>
              <a:rPr sz="1400" b="1">
                <a:solidFill>
                  <a:srgbClr val="06B6D4"/>
                </a:solidFill>
              </a:rPr>
              <a:t>2. HOW THE WORKING PROTOTYPE SOLVES IT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1. Career-to-Elective Compass (Dynamic AI)
</a:t>
            </a:r>
            <a:r>
              <a:rPr sz="950">
                <a:solidFill>
                  <a:srgbClr val="94A3B8"/>
                </a:solidFill>
              </a:rPr>
              <a:t>Student inputs target job (e.g. 'FinTech PM' or 'Consultant'). AI parses transcripts, detects industry skill gaps, and curates optimal 3-course elective bundles.
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2. Deterministic Timetable &amp; Conflict Solver
</a:t>
            </a:r>
            <a:r>
              <a:rPr sz="950">
                <a:solidFill>
                  <a:srgbClr val="94A3B8"/>
                </a:solidFill>
              </a:rPr>
              <a:t>100% offline rule engine detects lecture time clashes, missing prerequisites, and cognitive burnout hotspots with 1-click auto-resolution.
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3. Syllabus Copilot &amp; Campus Resource Radar
</a:t>
            </a:r>
            <a:r>
              <a:rPr sz="950">
                <a:solidFill>
                  <a:srgbClr val="94A3B8"/>
                </a:solidFill>
              </a:rPr>
              <a:t>Generates 6-week active study roadmaps and directly matches course topics with professor office hours, Bloomberg/GPU labs, and conference grants.
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4. Faculty Control Tower &amp; Cohort Triage
</a:t>
            </a:r>
            <a:r>
              <a:rPr sz="950">
                <a:solidFill>
                  <a:srgbClr val="94A3B8"/>
                </a:solidFill>
              </a:rPr>
              <a:t>Gives administrators live elective demand forecasts and automated early-warning triage for at-risk students before finals.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508760"/>
            <a:ext cx="3364992" cy="484632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91640"/>
            <a:ext cx="2999232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/>
              <a:t>🛠️  </a:t>
            </a:r>
            <a:r>
              <a:rPr sz="1400" b="1">
                <a:solidFill>
                  <a:srgbClr val="7C3AED"/>
                </a:solidFill>
              </a:rPr>
              <a:t>3. TECHNICAL CHOICES &amp; FUTURE ROADMAP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Key Technical Architecture Choices:
</a:t>
            </a:r>
            <a:r>
              <a:rPr sz="950">
                <a:solidFill>
                  <a:srgbClr val="94A3B8"/>
                </a:solidFill>
              </a:rPr>
              <a:t>1. Edge-First Hybrid AI: Deterministic local constraint solver (zero hallucination, 2ms execution) + on-device GGUF fallback for ₹0 cloud cost &amp; student data privacy.
2. Groq LPU Cloud Boost: Streams career synthesis at 500 tokens/sec via Qwen 27B LPU for instantaneous, lag-free live experience.
3. Cross-Platform Flutter Engine: Built for desktop &amp; web with rich dark obsidian design tokens and reactive state architecture.
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0B981"/>
                </a:solidFill>
              </a:rPr>
              <a:t>• What We Would Build Next with More Time:
</a:t>
            </a:r>
            <a:r>
              <a:rPr sz="950">
                <a:solidFill>
                  <a:srgbClr val="94A3B8"/>
                </a:solidFill>
              </a:rPr>
              <a:t>1. Bi-directional Canvas / Moodle LMS Sync for automated assignment deadline tracking.
2. University ERP Student Information System (SIS) integration for official 1-click registration lock.
3. Campus Peer-Matching Graph to connect students with complementary course skills for group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